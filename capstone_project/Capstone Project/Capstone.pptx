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57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B1B14-3349-4BA4-B289-82D5FAA4CB06}" v="13" dt="2026-08-06T06:05:35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94660"/>
  </p:normalViewPr>
  <p:slideViewPr>
    <p:cSldViewPr>
      <p:cViewPr varScale="1">
        <p:scale>
          <a:sx n="66" d="100"/>
          <a:sy n="66" d="100"/>
        </p:scale>
        <p:origin x="567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Lokhande" userId="7c049ab3-35fa-48a7-b84b-223e197ecb00" providerId="ADAL" clId="{8DE44EF5-8066-4ACF-BA02-0AE0159356A4}"/>
    <pc:docChg chg="undo custSel addSld modSld">
      <pc:chgData name="Kiran Lokhande" userId="7c049ab3-35fa-48a7-b84b-223e197ecb00" providerId="ADAL" clId="{8DE44EF5-8066-4ACF-BA02-0AE0159356A4}" dt="2026-08-06T06:05:47.569" v="405" actId="20577"/>
      <pc:docMkLst>
        <pc:docMk/>
      </pc:docMkLst>
      <pc:sldChg chg="modSp mod">
        <pc:chgData name="Kiran Lokhande" userId="7c049ab3-35fa-48a7-b84b-223e197ecb00" providerId="ADAL" clId="{8DE44EF5-8066-4ACF-BA02-0AE0159356A4}" dt="2026-08-04T13:08:12.339" v="98" actId="20577"/>
        <pc:sldMkLst>
          <pc:docMk/>
          <pc:sldMk cId="1716342858" sldId="256"/>
        </pc:sldMkLst>
        <pc:spChg chg="mod">
          <ac:chgData name="Kiran Lokhande" userId="7c049ab3-35fa-48a7-b84b-223e197ecb00" providerId="ADAL" clId="{8DE44EF5-8066-4ACF-BA02-0AE0159356A4}" dt="2026-08-04T13:08:02.364" v="80"/>
          <ac:spMkLst>
            <pc:docMk/>
            <pc:sldMk cId="1716342858" sldId="256"/>
            <ac:spMk id="2" creationId="{9D088BBA-385E-B100-D3B2-83F877ED7B13}"/>
          </ac:spMkLst>
        </pc:spChg>
        <pc:spChg chg="mod">
          <ac:chgData name="Kiran Lokhande" userId="7c049ab3-35fa-48a7-b84b-223e197ecb00" providerId="ADAL" clId="{8DE44EF5-8066-4ACF-BA02-0AE0159356A4}" dt="2026-08-04T13:08:12.339" v="98" actId="20577"/>
          <ac:spMkLst>
            <pc:docMk/>
            <pc:sldMk cId="1716342858" sldId="256"/>
            <ac:spMk id="3" creationId="{D508797C-B534-8121-1EFA-68AC9E565808}"/>
          </ac:spMkLst>
        </pc:spChg>
      </pc:sldChg>
      <pc:sldChg chg="modSp mod">
        <pc:chgData name="Kiran Lokhande" userId="7c049ab3-35fa-48a7-b84b-223e197ecb00" providerId="ADAL" clId="{8DE44EF5-8066-4ACF-BA02-0AE0159356A4}" dt="2026-08-04T13:18:47.081" v="217" actId="255"/>
        <pc:sldMkLst>
          <pc:docMk/>
          <pc:sldMk cId="2183407653" sldId="257"/>
        </pc:sldMkLst>
        <pc:spChg chg="mod">
          <ac:chgData name="Kiran Lokhande" userId="7c049ab3-35fa-48a7-b84b-223e197ecb00" providerId="ADAL" clId="{8DE44EF5-8066-4ACF-BA02-0AE0159356A4}" dt="2026-08-04T13:18:47.081" v="217" actId="255"/>
          <ac:spMkLst>
            <pc:docMk/>
            <pc:sldMk cId="2183407653" sldId="257"/>
            <ac:spMk id="3" creationId="{E31FF1F4-5598-54BF-C0C8-749886689194}"/>
          </ac:spMkLst>
        </pc:spChg>
      </pc:sldChg>
      <pc:sldChg chg="modSp new mod">
        <pc:chgData name="Kiran Lokhande" userId="7c049ab3-35fa-48a7-b84b-223e197ecb00" providerId="ADAL" clId="{8DE44EF5-8066-4ACF-BA02-0AE0159356A4}" dt="2026-08-05T06:09:36.027" v="281" actId="20577"/>
        <pc:sldMkLst>
          <pc:docMk/>
          <pc:sldMk cId="4187247923" sldId="258"/>
        </pc:sldMkLst>
        <pc:spChg chg="mod">
          <ac:chgData name="Kiran Lokhande" userId="7c049ab3-35fa-48a7-b84b-223e197ecb00" providerId="ADAL" clId="{8DE44EF5-8066-4ACF-BA02-0AE0159356A4}" dt="2026-08-05T06:07:23.482" v="243" actId="20577"/>
          <ac:spMkLst>
            <pc:docMk/>
            <pc:sldMk cId="4187247923" sldId="258"/>
            <ac:spMk id="2" creationId="{32E851A9-5C31-FF0B-1D1A-05138B8EBEC9}"/>
          </ac:spMkLst>
        </pc:spChg>
        <pc:spChg chg="mod">
          <ac:chgData name="Kiran Lokhande" userId="7c049ab3-35fa-48a7-b84b-223e197ecb00" providerId="ADAL" clId="{8DE44EF5-8066-4ACF-BA02-0AE0159356A4}" dt="2026-08-05T06:09:36.027" v="281" actId="20577"/>
          <ac:spMkLst>
            <pc:docMk/>
            <pc:sldMk cId="4187247923" sldId="258"/>
            <ac:spMk id="3" creationId="{04D223C9-F11D-9822-A945-F00EE928C9C5}"/>
          </ac:spMkLst>
        </pc:spChg>
      </pc:sldChg>
      <pc:sldChg chg="modSp add mod">
        <pc:chgData name="Kiran Lokhande" userId="7c049ab3-35fa-48a7-b84b-223e197ecb00" providerId="ADAL" clId="{8DE44EF5-8066-4ACF-BA02-0AE0159356A4}" dt="2026-08-06T06:05:47.569" v="405" actId="20577"/>
        <pc:sldMkLst>
          <pc:docMk/>
          <pc:sldMk cId="3787255496" sldId="259"/>
        </pc:sldMkLst>
        <pc:spChg chg="mod">
          <ac:chgData name="Kiran Lokhande" userId="7c049ab3-35fa-48a7-b84b-223e197ecb00" providerId="ADAL" clId="{8DE44EF5-8066-4ACF-BA02-0AE0159356A4}" dt="2026-08-06T06:05:47.569" v="405" actId="20577"/>
          <ac:spMkLst>
            <pc:docMk/>
            <pc:sldMk cId="3787255496" sldId="259"/>
            <ac:spMk id="3" creationId="{4659351F-C5B1-7279-601E-6B76DCA245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BA-385E-B100-D3B2-83F877ED7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Capstone Project – AI Claude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797C-B534-8121-1EFA-68AC9E565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Kiran Lokhande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B5ADC-439E-8BF3-9088-90C43F8880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9" r="299"/>
          <a:stretch>
            <a:fillRect/>
          </a:stretch>
        </p:blipFill>
        <p:spPr>
          <a:xfrm>
            <a:off x="7681816" y="0"/>
            <a:ext cx="4510185" cy="6096000"/>
          </a:xfrm>
        </p:spPr>
      </p:pic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51A9-5C31-FF0B-1D1A-05138B8E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23C9-F11D-9822-A945-F00EE928C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Problem Statement</a:t>
            </a:r>
            <a:r>
              <a:rPr lang="en-US" dirty="0"/>
              <a:t>: </a:t>
            </a:r>
            <a:r>
              <a:rPr lang="en-US" sz="2400" dirty="0"/>
              <a:t>Use Claude Code to turn  Jira tickets into clear, grammar-checked Confluence pages.</a:t>
            </a:r>
          </a:p>
          <a:p>
            <a:r>
              <a:rPr lang="en-US" sz="2400" b="1" dirty="0"/>
              <a:t>Problem Description</a:t>
            </a:r>
            <a:r>
              <a:rPr lang="en-US" sz="2400" dirty="0"/>
              <a:t>: This project uses Claude Code with Atlassian to read each ticket, write a clear description, check its grammar with an RTCCO skill, and publish it to Confluence. It also creates an analysis report to help improve the documents before publishing.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8724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12CFD-42C5-32BA-77D8-B1766FBA8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FF1F4-5598-54BF-C0C8-74988668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Project combines the following areas of learning:</a:t>
            </a:r>
          </a:p>
          <a:p>
            <a:pPr lvl="1"/>
            <a:r>
              <a:rPr lang="en-US" sz="2400" b="1" dirty="0"/>
              <a:t>Connected MCP integration </a:t>
            </a:r>
            <a:r>
              <a:rPr lang="en-IN" sz="2400" dirty="0"/>
              <a:t>— Atlassian (Jira and Confluence)</a:t>
            </a:r>
            <a:endParaRPr lang="en-US" sz="2400" dirty="0"/>
          </a:p>
          <a:p>
            <a:pPr lvl="1"/>
            <a:r>
              <a:rPr lang="en-US" sz="2400" b="1" dirty="0"/>
              <a:t>Reusable skill</a:t>
            </a:r>
            <a:r>
              <a:rPr lang="en-IN" sz="2400" dirty="0"/>
              <a:t>— RTCCO grammar review</a:t>
            </a:r>
            <a:endParaRPr lang="en-US" sz="2400" b="1" dirty="0"/>
          </a:p>
          <a:p>
            <a:pPr lvl="1"/>
            <a:r>
              <a:rPr lang="en-US" sz="2400" b="1" dirty="0"/>
              <a:t>Real Deliverable </a:t>
            </a:r>
            <a:r>
              <a:rPr lang="en-IN" sz="2400" dirty="0"/>
              <a:t>— Confluence page</a:t>
            </a:r>
            <a:endParaRPr lang="en-US" sz="2400" dirty="0"/>
          </a:p>
          <a:p>
            <a:pPr lvl="1"/>
            <a:r>
              <a:rPr lang="en-US" sz="2400" b="1" dirty="0"/>
              <a:t>Quality Report</a:t>
            </a:r>
            <a:r>
              <a:rPr lang="en-IN" sz="2400" dirty="0"/>
              <a:t> — the analysis document</a:t>
            </a:r>
          </a:p>
        </p:txBody>
      </p:sp>
    </p:spTree>
    <p:extLst>
      <p:ext uri="{BB962C8B-B14F-4D97-AF65-F5344CB8AC3E}">
        <p14:creationId xmlns:p14="http://schemas.microsoft.com/office/powerpoint/2010/main" val="218340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645F2-59C8-1B03-902E-53C9BE9CE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7901-BEC3-1D69-D336-CD1717B0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9351F-C5B1-7279-601E-6B76DCA24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This Project combines the following areas of learning:</a:t>
            </a:r>
          </a:p>
          <a:p>
            <a:pPr lvl="1"/>
            <a:r>
              <a:rPr lang="en-IN" sz="2400" b="1" dirty="0"/>
              <a:t>For correct output, the skill must be as accurate and robust as possible.</a:t>
            </a:r>
          </a:p>
          <a:p>
            <a:pPr lvl="1"/>
            <a:r>
              <a:rPr lang="en-IN" sz="2400" b="1"/>
              <a:t>Try </a:t>
            </a:r>
            <a:endParaRPr lang="en-IN" sz="2400" b="1" dirty="0"/>
          </a:p>
          <a:p>
            <a:pPr lvl="1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7255496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533346F-C811-4404-B626-0E7631B2121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E911A2-2017-41E4-8340-9C55208FC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A384A2-DC2C-4578-B8CE-512657D68B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{F2FF97A2-9523-4715-9E57-39FC989C4147}977d9fe9-4445-4c48-bc9c-1fe8e23d557c-TF7d956844-ebdd-4ca4-b538-a1bcfc9ad3f053165620_win32</Template>
  <TotalTime>531</TotalTime>
  <Words>139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Oasis</vt:lpstr>
      <vt:lpstr>Capstone Project – AI Claude</vt:lpstr>
      <vt:lpstr>Goal of the project</vt:lpstr>
      <vt:lpstr>Learnings</vt:lpstr>
      <vt:lpstr>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Lokhande</dc:creator>
  <cp:lastModifiedBy>Kiran Lokhande</cp:lastModifiedBy>
  <cp:revision>1</cp:revision>
  <dcterms:created xsi:type="dcterms:W3CDTF">2026-08-04T11:22:40Z</dcterms:created>
  <dcterms:modified xsi:type="dcterms:W3CDTF">2026-08-06T06:05:52Z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