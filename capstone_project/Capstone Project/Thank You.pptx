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20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11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063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751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491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20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3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38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86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331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9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86923-E707-4CDD-8FF1-480368672D8C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4C43F5F-092A-4247-8D9F-F51119CF4287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00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1B28A-DDF4-7F5D-B140-37DDD9CFC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E91DF8-5C8C-EEBB-10B9-E91B89638A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15442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Lokhande</dc:creator>
  <cp:lastModifiedBy>Kiran Lokhande</cp:lastModifiedBy>
  <cp:revision>1</cp:revision>
  <dcterms:created xsi:type="dcterms:W3CDTF">2026-08-07T05:25:54Z</dcterms:created>
  <dcterms:modified xsi:type="dcterms:W3CDTF">2026-08-07T05:26:51Z</dcterms:modified>
</cp:coreProperties>
</file>